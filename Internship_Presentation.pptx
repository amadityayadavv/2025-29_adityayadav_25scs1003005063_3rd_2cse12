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613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822960"/>
            <a:ext cx="3383280" cy="3383280"/>
          </a:xfrm>
          <a:prstGeom prst="ellipse">
            <a:avLst/>
          </a:prstGeom>
          <a:solidFill>
            <a:srgbClr val="147D80">
              <a:alpha val="35000"/>
            </a:srgbClr>
          </a:solidFill>
          <a:ln w="12700">
            <a:solidFill>
              <a:srgbClr val="147D80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371600"/>
            <a:ext cx="2286000" cy="228600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20240"/>
            <a:ext cx="1188720" cy="1188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338328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416" y="3511296"/>
            <a:ext cx="246888" cy="2468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138160" y="960120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640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PRESENTATION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0972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ADH ID Generation Software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A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Research &amp; Analytics Contribution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83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Aditya Yadav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 – 25scs1003005063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Data Researcher &amp; Analytics Intern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ADH Enterprises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7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ID Generation Software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ID Generation Software  |  Internship Project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291840" cy="3154680"/>
          </a:xfrm>
          <a:prstGeom prst="roundRect">
            <a:avLst>
              <a:gd name="adj" fmla="val 2899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25603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focuses on developing a structured software solution for efficient ID generation and information management.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 AREAS  →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23360" y="146304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1714500"/>
            <a:ext cx="457200" cy="45720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820" y="182880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36592" y="1536192"/>
            <a:ext cx="14813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collection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0" y="146304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37960" y="1714500"/>
            <a:ext cx="457200" cy="45720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260" y="182880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14032" y="1536192"/>
            <a:ext cx="14813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and preprocessing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023360" y="25603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160520" y="2811780"/>
            <a:ext cx="457200" cy="45720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4820" y="292608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736592" y="2633472"/>
            <a:ext cx="14813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organization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400800" y="25603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537960" y="2811780"/>
            <a:ext cx="457200" cy="45720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2260" y="292608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14032" y="2633472"/>
            <a:ext cx="14813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ID generation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023360" y="365760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160520" y="3909060"/>
            <a:ext cx="457200" cy="45720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4820" y="4023360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736592" y="3730752"/>
            <a:ext cx="14813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and reporting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6400800" y="365760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537960" y="3909060"/>
            <a:ext cx="457200" cy="45720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2260" y="4023360"/>
            <a:ext cx="228600" cy="22860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114032" y="3730752"/>
            <a:ext cx="14813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data accuracy and consistency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&amp; Responsibilities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7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Researcher &amp; Analytics Intern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ID Generation Software  |  Internship Project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017520" cy="3154680"/>
          </a:xfrm>
          <a:prstGeom prst="roundRect">
            <a:avLst>
              <a:gd name="adj" fmla="val 3030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973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25603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 focused on supporting the project through data research, preparation, validation, analysis, and reporting.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749040" y="1417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7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RESPONSIBILITIES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749040" y="1737360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22192" y="1783080"/>
            <a:ext cx="256032" cy="256032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22192" y="1783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187952" y="173736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Researching relevant information and datasets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749040" y="2148840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22192" y="2194560"/>
            <a:ext cx="256032" cy="256032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822192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187952" y="214884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and organizing project data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749040" y="2560320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822192" y="2606040"/>
            <a:ext cx="256032" cy="256032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822192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187952" y="256032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and validating records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749040" y="2971800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822192" y="3017520"/>
            <a:ext cx="256032" cy="256032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822192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187952" y="297180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missing and inconsistent data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749040" y="3383280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822192" y="3429000"/>
            <a:ext cx="256032" cy="256032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822192" y="3429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187952" y="338328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exploratory analysis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3749040" y="3794760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822192" y="3840480"/>
            <a:ext cx="256032" cy="256032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822192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187952" y="379476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reports and analytical summaries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3749040" y="4206240"/>
            <a:ext cx="4937760" cy="347472"/>
          </a:xfrm>
          <a:prstGeom prst="roundRect">
            <a:avLst>
              <a:gd name="adj" fmla="val 15789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822192" y="4251960"/>
            <a:ext cx="256032" cy="256032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822192" y="4251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4187952" y="420624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the development team with reliable data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Research &amp; Collection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7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Reliable Data Foundation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ID Generation Software  |  Internship Project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7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PROCESS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874520"/>
            <a:ext cx="320040" cy="3200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737360"/>
            <a:ext cx="1216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Requirements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1924812"/>
            <a:ext cx="201168" cy="2011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606040" y="169164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Shape 10"/>
          <p:cNvSpPr/>
          <p:nvPr/>
        </p:nvSpPr>
        <p:spPr>
          <a:xfrm>
            <a:off x="2715768" y="1874520"/>
            <a:ext cx="320040" cy="3200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15768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108960" y="1737360"/>
            <a:ext cx="1216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Sources</a:t>
            </a:r>
            <a:endParaRPr lang="en-US" sz="13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924812"/>
            <a:ext cx="201168" cy="20116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754880" y="169164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64608" y="1874520"/>
            <a:ext cx="320040" cy="3200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64608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257800" y="1737360"/>
            <a:ext cx="1216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3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1924812"/>
            <a:ext cx="201168" cy="20116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903720" y="169164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013448" y="1874520"/>
            <a:ext cx="320040" cy="3200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013448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7406640" y="1737360"/>
            <a:ext cx="1216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Records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2606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7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ACTIVITIES</a:t>
            </a:r>
            <a:endParaRPr lang="en-US" sz="11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71800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77240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required data fields</a:t>
            </a:r>
            <a:endParaRPr lang="en-US" sz="13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19272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77240" y="3273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Gathering relevant information</a:t>
            </a:r>
            <a:endParaRPr lang="en-US" sz="13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66744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77240" y="36210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Categorizing records</a:t>
            </a:r>
            <a:endParaRPr lang="en-US" sz="13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971800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4983480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structured datasets</a:t>
            </a:r>
            <a:endParaRPr lang="en-US" sz="13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319272"/>
            <a:ext cx="201168" cy="20116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4983480" y="3273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consistent formats</a:t>
            </a:r>
            <a:endParaRPr lang="en-US" sz="13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666744"/>
            <a:ext cx="201168" cy="201168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4983480" y="36210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data completeness</a:t>
            </a:r>
            <a:endParaRPr lang="en-US" sz="1300" dirty="0"/>
          </a:p>
        </p:txBody>
      </p:sp>
      <p:sp>
        <p:nvSpPr>
          <p:cNvPr id="39" name="Shape 28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0" name="Text 29"/>
          <p:cNvSpPr txBox="1"/>
          <p:nvPr/>
        </p:nvSpPr>
        <p:spPr>
          <a:xfrm>
            <a:off x="685800" y="4069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15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reliable data foundation for the software.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Validation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7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Data Quality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ID Generation Software  |  Internship Project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was performed to improve the accuracy, consistency, and usability of project data.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057400"/>
            <a:ext cx="457200" cy="45720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217170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19202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identification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18745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10712" y="2057400"/>
            <a:ext cx="457200" cy="45720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012" y="217170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23360" y="19202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Duplicate-record detection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035040" y="18745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99632" y="2057400"/>
            <a:ext cx="457200" cy="45720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3932" y="217170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12280" y="19202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standardization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283464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1792" y="3017520"/>
            <a:ext cx="457200" cy="45720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" y="313182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34440" y="28803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Data-type verification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46120" y="283464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410712" y="3017520"/>
            <a:ext cx="457200" cy="45720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5012" y="313182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23360" y="28803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Incorrect-entry identification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6035040" y="283464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6199632" y="3017520"/>
            <a:ext cx="457200" cy="45720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3932" y="3131820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812280" y="28803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consistency checks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685800" y="39319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1828800" y="3931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Input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3977640" y="3931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Processing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6675120" y="3931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Output</a:t>
            </a:r>
            <a:endParaRPr lang="en-US" sz="16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1880" y="4160520"/>
            <a:ext cx="228600" cy="228600"/>
          </a:xfrm>
          <a:prstGeom prst="rect">
            <a:avLst/>
          </a:prstGeom>
        </p:spPr>
      </p:pic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416052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7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ID Generation Software  |  Internship Project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291840" cy="3154680"/>
          </a:xfrm>
          <a:prstGeom prst="roundRect">
            <a:avLst>
              <a:gd name="adj" fmla="val 2899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9164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 was used to understand patterns and characteristics within the collected information.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29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raw data into meaningful insights.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023360" y="146304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33088" y="1591056"/>
            <a:ext cx="402336" cy="402336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1691640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645152" y="14630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analysis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0" y="146304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10528" y="1591056"/>
            <a:ext cx="402336" cy="402336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1691640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022592" y="14630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distribution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023360" y="2258568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133088" y="2386584"/>
            <a:ext cx="402336" cy="402336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3672" y="2487168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45152" y="225856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Record-count analysis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0" y="2258568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10528" y="2386584"/>
            <a:ext cx="402336" cy="402336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2487168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022592" y="225856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identification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023360" y="3054096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133088" y="3182112"/>
            <a:ext cx="402336" cy="402336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3672" y="3282696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645152" y="3054096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/ unusual-value detection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6400800" y="3054096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510528" y="3182112"/>
            <a:ext cx="402336" cy="402336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1112" y="3282696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022592" y="3054096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4023360" y="3849624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4133088" y="3977640"/>
            <a:ext cx="402336" cy="402336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3672" y="4078224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4645152" y="384962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7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Toolkit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ID Generation Software  |  Internship Project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Management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5146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databases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46120" y="14630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691640"/>
            <a:ext cx="548640" cy="54864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8288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6052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25146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035040" y="14630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691640"/>
            <a:ext cx="548640" cy="54864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82880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4944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&amp; Reporting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25146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Charts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(where applicable)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PowerPoint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29768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51560" y="4206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 </a:t>
            </a:r>
            <a:r>
              <a:rPr lang="en-US" sz="140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Word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Workflow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7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Insights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ID Generation Software  |  Internship Project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00200"/>
            <a:ext cx="384048" cy="384048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0299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1911096"/>
            <a:ext cx="201168" cy="2011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606040" y="146304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0" y="1600200"/>
            <a:ext cx="384048" cy="384048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432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20299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911096"/>
            <a:ext cx="201168" cy="20116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754880" y="146304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92040" y="1600200"/>
            <a:ext cx="384048" cy="384048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8920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892040" y="20299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1911096"/>
            <a:ext cx="201168" cy="20116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903720" y="146304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040880" y="1600200"/>
            <a:ext cx="384048" cy="384048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04088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7040880" y="20299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457200" y="283464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94360" y="2971800"/>
            <a:ext cx="384048" cy="384048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943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594360" y="34015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4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3282696"/>
            <a:ext cx="201168" cy="201168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2606040" y="283464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2743200" y="2971800"/>
            <a:ext cx="384048" cy="384048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27432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2743200" y="34015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4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3282696"/>
            <a:ext cx="201168" cy="201168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4754880" y="283464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892040" y="2971800"/>
            <a:ext cx="384048" cy="384048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489204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4892040" y="34015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Reporting</a:t>
            </a:r>
            <a:endParaRPr lang="en-US" sz="14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3282696"/>
            <a:ext cx="201168" cy="201168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6903720" y="283464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F2A541"/>
          </a:solidFill>
          <a:ln w="9525">
            <a:solidFill>
              <a:srgbClr val="F2A54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040880" y="2971800"/>
            <a:ext cx="384048" cy="384048"/>
          </a:xfrm>
          <a:prstGeom prst="ellipse">
            <a:avLst/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704088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7040880" y="34015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400" dirty="0"/>
          </a:p>
        </p:txBody>
      </p:sp>
      <p:sp>
        <p:nvSpPr>
          <p:cNvPr id="44" name="Text 36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workflow provided a systematic approach to handling project information.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 to the Project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7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Supporting Software Development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ID Generation Software  |  Internship Project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Aditya's analytical contribution supported the project by providing organized and validated data.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47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CONTRIBUTIONS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31720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2860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data requirements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60904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7240" y="26151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structured datasets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9008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77240" y="29443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invalid and incomplete records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1927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77240" y="32735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data consistency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48456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77240" y="36027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data analysis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7764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77240" y="3931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analytical summaries</a:t>
            </a:r>
            <a:endParaRPr lang="en-US" sz="13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06824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777240" y="42611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Communicated observations to the project team</a:t>
            </a:r>
            <a:endParaRPr lang="en-US" sz="1300" dirty="0"/>
          </a:p>
        </p:txBody>
      </p:sp>
      <p:sp>
        <p:nvSpPr>
          <p:cNvPr id="22" name="Shape 13"/>
          <p:cNvSpPr/>
          <p:nvPr/>
        </p:nvSpPr>
        <p:spPr>
          <a:xfrm>
            <a:off x="5486400" y="1463040"/>
            <a:ext cx="3200400" cy="3154680"/>
          </a:xfrm>
          <a:prstGeom prst="roundRect">
            <a:avLst>
              <a:gd name="adj" fmla="val 2899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4"/>
          <p:cNvSpPr txBox="1"/>
          <p:nvPr/>
        </p:nvSpPr>
        <p:spPr>
          <a:xfrm>
            <a:off x="5760720" y="16459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5760720" y="20116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5760720" y="20116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Data</a:t>
            </a:r>
            <a:endParaRPr lang="en-US" sz="15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2633472"/>
            <a:ext cx="219456" cy="219456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5760720" y="288036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5760720" y="28803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Processing</a:t>
            </a:r>
            <a:endParaRPr lang="en-US" sz="15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3502152"/>
            <a:ext cx="219456" cy="219456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5760720" y="374904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1" name="Text 20"/>
          <p:cNvSpPr txBox="1"/>
          <p:nvPr/>
        </p:nvSpPr>
        <p:spPr>
          <a:xfrm>
            <a:off x="5760720" y="37490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Reliable Results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7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 Through Analytics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ID Generation Software  |  Internship Project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3136392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Challenge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Solution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data formats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formats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information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Identified and flagged incomplete records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records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Performed duplicate detection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 information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 into structured datasets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accuracy issues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validation checks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2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datasets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filtering and categorization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Learning Outcomes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ID Generation Software  |  Internship Project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14973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371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0116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Research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Validation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&amp; Spreadsheet Analytics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Pandas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40233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5E6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371600"/>
            <a:ext cx="502920" cy="502920"/>
          </a:xfrm>
          <a:prstGeom prst="ellipse">
            <a:avLst/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770" y="14973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1371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Skills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20116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Thinking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to Detail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Communication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402336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" y="402336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practical experience in transforming raw information into structured, validated, and meaningful data.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DC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provided practical exposure to data research, data quality management, analytics, and technical reporting.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DC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project, I contributed to creating a more organized, validated, and analysis-ready information base for the ADH ID Generation Software.</a:t>
            </a:r>
            <a:endParaRPr lang="en-US" sz="15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DC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 strengthened my analytical, technical, and professional capabilities.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760720" y="822960"/>
            <a:ext cx="2926080" cy="3429000"/>
          </a:xfrm>
          <a:prstGeom prst="roundRect">
            <a:avLst>
              <a:gd name="adj" fmla="val 3750"/>
            </a:avLst>
          </a:prstGeom>
          <a:solidFill>
            <a:srgbClr val="147D80"/>
          </a:solidFill>
          <a:ln w="12700">
            <a:solidFill>
              <a:srgbClr val="147D8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03720" y="109728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0" y="12573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</a:t>
            </a:r>
            <a:r>
              <a:rPr lang="en-US" sz="2000" b="1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yadav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108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Researcher &amp; Analytics Intern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D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Enterprises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703</Words>
  <Application>Microsoft Office PowerPoint</Application>
  <PresentationFormat>On-screen Show (16:9)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ADH ID Generation Software – Internship Project Presentation</dc:title>
  <dc:subject>PptxGenJS Presentation</dc:subject>
  <dc:creator>Aditya</dc:creator>
  <cp:lastModifiedBy>bubu gupta</cp:lastModifiedBy>
  <cp:revision>3</cp:revision>
  <cp:lastPrinted>2026-09-20T17:11:28Z</cp:lastPrinted>
  <dcterms:created xsi:type="dcterms:W3CDTF">2026-09-20T17:07:51Z</dcterms:created>
  <dcterms:modified xsi:type="dcterms:W3CDTF">2026-09-20T17:24:56Z</dcterms:modified>
</cp:coreProperties>
</file>